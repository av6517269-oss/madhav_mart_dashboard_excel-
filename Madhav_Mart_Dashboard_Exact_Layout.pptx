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12880" cy="731520"/>
          </a:xfrm>
          <a:prstGeom prst="roundRect">
            <a:avLst/>
          </a:prstGeom>
          <a:solidFill>
            <a:srgbClr val="3F25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MADHAV MART — SALES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743200" cy="914400"/>
          </a:xfrm>
          <a:prstGeom prst="roundRect">
            <a:avLst/>
          </a:prstGeom>
          <a:solidFill>
            <a:srgbClr val="5840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KPI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743200" cy="914400"/>
          </a:xfrm>
          <a:prstGeom prst="roundRect">
            <a:avLst/>
          </a:prstGeom>
          <a:solidFill>
            <a:srgbClr val="5840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KPI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743200" cy="914400"/>
          </a:xfrm>
          <a:prstGeom prst="roundRect">
            <a:avLst/>
          </a:prstGeom>
          <a:solidFill>
            <a:srgbClr val="5840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KPI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188720"/>
            <a:ext cx="2743200" cy="914400"/>
          </a:xfrm>
          <a:prstGeom prst="roundRect">
            <a:avLst/>
          </a:prstGeom>
          <a:solidFill>
            <a:srgbClr val="5840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KPI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86000"/>
            <a:ext cx="3657600" cy="2011680"/>
          </a:xfrm>
          <a:prstGeom prst="roundRect">
            <a:avLst/>
          </a:prstGeom>
          <a:solidFill>
            <a:srgbClr val="2D1A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2286000"/>
            <a:ext cx="3657600" cy="2011680"/>
          </a:xfrm>
          <a:prstGeom prst="roundRect">
            <a:avLst/>
          </a:prstGeom>
          <a:solidFill>
            <a:srgbClr val="2D1A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3657600" cy="2011680"/>
          </a:xfrm>
          <a:prstGeom prst="roundRect">
            <a:avLst/>
          </a:prstGeom>
          <a:solidFill>
            <a:srgbClr val="2D1A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3657600" cy="2011680"/>
          </a:xfrm>
          <a:prstGeom prst="roundRect">
            <a:avLst/>
          </a:prstGeom>
          <a:solidFill>
            <a:srgbClr val="2D1A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4572000"/>
            <a:ext cx="3657600" cy="2011680"/>
          </a:xfrm>
          <a:prstGeom prst="roundRect">
            <a:avLst/>
          </a:prstGeom>
          <a:solidFill>
            <a:srgbClr val="2D1A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4572000"/>
            <a:ext cx="3657600" cy="2011680"/>
          </a:xfrm>
          <a:prstGeom prst="roundRect">
            <a:avLst/>
          </a:prstGeom>
          <a:solidFill>
            <a:srgbClr val="2D1A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